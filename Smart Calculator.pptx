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8" r:id="rId2"/>
    <p:sldId id="258" r:id="rId3"/>
    <p:sldId id="269" r:id="rId4"/>
    <p:sldId id="270" r:id="rId5"/>
    <p:sldId id="271" r:id="rId6"/>
    <p:sldId id="272" r:id="rId7"/>
    <p:sldId id="273" r:id="rId8"/>
    <p:sldId id="275" r:id="rId9"/>
    <p:sldId id="277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5" d="100"/>
          <a:sy n="95" d="100"/>
        </p:scale>
        <p:origin x="358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93605-0C0C-4258-9724-5F2F9BB3BC9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FFE7F-C917-439A-8026-3D301EB5C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99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31B3D-E4E3-4A80-AB70-C5564C2672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0B30D-C07A-425B-A90C-BA7BEB191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9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4245434"/>
            <a:ext cx="8686800" cy="1464906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5731795"/>
            <a:ext cx="8686800" cy="44040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57518"/>
            <a:ext cx="10058400" cy="1188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242816"/>
            <a:ext cx="8686800" cy="14630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799" y="5733288"/>
            <a:ext cx="8686800" cy="4389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04999"/>
            <a:ext cx="4800600" cy="4271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04999"/>
            <a:ext cx="4800600" cy="4271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772815"/>
            <a:ext cx="4800600" cy="73712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09937"/>
            <a:ext cx="4800600" cy="36622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772815"/>
            <a:ext cx="4800600" cy="73712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9937"/>
            <a:ext cx="4800600" cy="36622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760" y="3090672"/>
            <a:ext cx="4663440" cy="18288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457200"/>
            <a:ext cx="5410201" cy="5715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760" y="4983480"/>
            <a:ext cx="4663440" cy="118872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760" y="3093099"/>
            <a:ext cx="4663440" cy="18288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60960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760" y="4983480"/>
            <a:ext cx="4663440" cy="118872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6400" y="457200"/>
            <a:ext cx="1828800" cy="5719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457200"/>
            <a:ext cx="7955280" cy="5719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457518"/>
            <a:ext cx="10058400" cy="11887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1"/>
            <a:ext cx="10058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6800" y="6400800"/>
            <a:ext cx="109728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2849" y="6400800"/>
            <a:ext cx="7315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7920" y="6400800"/>
            <a:ext cx="109728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5"/>
        </a:buClr>
        <a:buSzPct val="9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accent5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SzPct val="9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1485" y="4058816"/>
            <a:ext cx="8686800" cy="1259638"/>
          </a:xfrm>
        </p:spPr>
        <p:txBody>
          <a:bodyPr>
            <a:normAutofit/>
          </a:bodyPr>
          <a:lstStyle/>
          <a:p>
            <a:r>
              <a:rPr lang="en-US" sz="5400" b="1" dirty="0"/>
              <a:t>Smart Calculator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5395893"/>
            <a:ext cx="8686800" cy="799634"/>
          </a:xfrm>
        </p:spPr>
        <p:txBody>
          <a:bodyPr>
            <a:noAutofit/>
          </a:bodyPr>
          <a:lstStyle/>
          <a:p>
            <a:r>
              <a:rPr lang="en-US" b="1" dirty="0"/>
              <a:t>Presented by – Karan </a:t>
            </a:r>
          </a:p>
          <a:p>
            <a:r>
              <a:rPr lang="en-US" b="1" dirty="0"/>
              <a:t>Organization – </a:t>
            </a:r>
            <a:r>
              <a:rPr lang="en-US" b="1" dirty="0" err="1"/>
              <a:t>Nexthikes</a:t>
            </a:r>
            <a:r>
              <a:rPr lang="en-US" b="1" dirty="0"/>
              <a:t> IT Solution</a:t>
            </a:r>
          </a:p>
        </p:txBody>
      </p:sp>
    </p:spTree>
    <p:extLst>
      <p:ext uri="{BB962C8B-B14F-4D97-AF65-F5344CB8AC3E}">
        <p14:creationId xmlns:p14="http://schemas.microsoft.com/office/powerpoint/2010/main" val="237011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318" y="259231"/>
            <a:ext cx="10058400" cy="853136"/>
          </a:xfrm>
        </p:spPr>
        <p:txBody>
          <a:bodyPr>
            <a:normAutofit/>
          </a:bodyPr>
          <a:lstStyle/>
          <a:p>
            <a:r>
              <a:rPr lang="en-IN" sz="4000" b="1" dirty="0"/>
              <a:t>Project Overview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318" y="1587760"/>
            <a:ext cx="10692882" cy="4267200"/>
          </a:xfrm>
        </p:spPr>
        <p:txBody>
          <a:bodyPr/>
          <a:lstStyle/>
          <a:p>
            <a:r>
              <a:rPr lang="en-IN" b="1" dirty="0"/>
              <a:t>About the Project</a:t>
            </a:r>
          </a:p>
          <a:p>
            <a:r>
              <a:rPr lang="en-IN" dirty="0"/>
              <a:t>Smart Calculator is an all-in-one desktop application that combines:</a:t>
            </a:r>
          </a:p>
          <a:p>
            <a:r>
              <a:rPr lang="en-IN" dirty="0"/>
              <a:t>Scientific Calculator </a:t>
            </a:r>
          </a:p>
          <a:p>
            <a:r>
              <a:rPr lang="en-IN" dirty="0"/>
              <a:t>Unit Converter </a:t>
            </a:r>
          </a:p>
          <a:p>
            <a:r>
              <a:rPr lang="en-IN" dirty="0"/>
              <a:t>Currency Exchange Interface </a:t>
            </a:r>
          </a:p>
          <a:p>
            <a:r>
              <a:rPr lang="en-IN" dirty="0"/>
              <a:t>The purpose of this project is to provide multiple calculation utilities in a single user-friendly application.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53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6518-AE2D-1D6D-9C7A-4E883E8B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364212"/>
            <a:ext cx="10612016" cy="1188720"/>
          </a:xfrm>
        </p:spPr>
        <p:txBody>
          <a:bodyPr>
            <a:normAutofit/>
          </a:bodyPr>
          <a:lstStyle/>
          <a:p>
            <a:r>
              <a:rPr lang="en-IN" sz="4000" b="1" dirty="0"/>
              <a:t>How is it Unique?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C1F34-1F30-9530-7CBB-243328962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2" y="1905001"/>
            <a:ext cx="10798628" cy="426720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Unique Features</a:t>
            </a:r>
          </a:p>
          <a:p>
            <a:r>
              <a:rPr lang="en-IN" dirty="0"/>
              <a:t> 3-in-1 application (Calculator + Unit Converter + Currency Exchange) </a:t>
            </a:r>
          </a:p>
          <a:p>
            <a:r>
              <a:rPr lang="en-IN" dirty="0"/>
              <a:t> Modern dark UI design </a:t>
            </a:r>
          </a:p>
          <a:p>
            <a:r>
              <a:rPr lang="en-IN" dirty="0"/>
              <a:t> Sidebar navigation system </a:t>
            </a:r>
          </a:p>
          <a:p>
            <a:r>
              <a:rPr lang="en-IN" dirty="0"/>
              <a:t> Scientific functions available </a:t>
            </a:r>
          </a:p>
          <a:p>
            <a:r>
              <a:rPr lang="en-IN" dirty="0"/>
              <a:t> Beginner-friendly interface </a:t>
            </a:r>
          </a:p>
          <a:p>
            <a:r>
              <a:rPr lang="en-IN" dirty="0"/>
              <a:t> Everything accessible from one window </a:t>
            </a:r>
          </a:p>
          <a:p>
            <a:r>
              <a:rPr lang="en-IN" dirty="0"/>
              <a:t> Better user experience compared to a basic calculator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320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D492-ABEC-570A-1B07-42156CBD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336220"/>
            <a:ext cx="10058400" cy="1054041"/>
          </a:xfrm>
        </p:spPr>
        <p:txBody>
          <a:bodyPr>
            <a:normAutofit/>
          </a:bodyPr>
          <a:lstStyle/>
          <a:p>
            <a:r>
              <a:rPr lang="en-IN" sz="4800" b="1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E5631-7A9A-952B-8A8B-42EB16DD7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3657" y="2477709"/>
            <a:ext cx="4800600" cy="26983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2000" dirty="0"/>
              <a:t>python :    Core programming language.</a:t>
            </a:r>
          </a:p>
          <a:p>
            <a:pPr marL="0" indent="0">
              <a:buNone/>
            </a:pPr>
            <a:r>
              <a:rPr lang="en-US" sz="2000" dirty="0"/>
              <a:t>Custom </a:t>
            </a:r>
            <a:r>
              <a:rPr lang="en-US" sz="2000" dirty="0" err="1"/>
              <a:t>Tkinter</a:t>
            </a:r>
            <a:r>
              <a:rPr lang="en-US" sz="2000" dirty="0"/>
              <a:t> :    Modern GUI creation.</a:t>
            </a:r>
          </a:p>
          <a:p>
            <a:pPr marL="0" indent="0">
              <a:buNone/>
            </a:pPr>
            <a:r>
              <a:rPr lang="en-US" sz="2000" dirty="0"/>
              <a:t>Math Library :    Scientific calculation.</a:t>
            </a:r>
          </a:p>
          <a:p>
            <a:pPr marL="0" indent="0">
              <a:buNone/>
            </a:pPr>
            <a:r>
              <a:rPr lang="en-US" sz="2000" dirty="0"/>
              <a:t>OOP(Classes) :    Better code organization</a:t>
            </a:r>
            <a:r>
              <a:rPr lang="en-US" sz="1600" dirty="0"/>
              <a:t>.</a:t>
            </a:r>
            <a:endParaRPr lang="en-IN" sz="1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B488A3-7A0F-7D91-93F6-94084CD02A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235113"/>
            <a:ext cx="4800600" cy="3611736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C6607C-0EC0-A20E-DA5C-CC2FC4713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452351"/>
              </p:ext>
            </p:extLst>
          </p:nvPr>
        </p:nvGraphicFramePr>
        <p:xfrm>
          <a:off x="413657" y="1681906"/>
          <a:ext cx="5147388" cy="396240"/>
        </p:xfrm>
        <a:graphic>
          <a:graphicData uri="http://schemas.openxmlformats.org/drawingml/2006/table">
            <a:tbl>
              <a:tblPr/>
              <a:tblGrid>
                <a:gridCol w="5147388">
                  <a:extLst>
                    <a:ext uri="{9D8B030D-6E8A-4147-A177-3AD203B41FA5}">
                      <a16:colId xmlns:a16="http://schemas.microsoft.com/office/drawing/2014/main" val="1194070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Technology                                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975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10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1AA40-EAA7-51E9-83A4-3BEF2CF02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88" y="317559"/>
            <a:ext cx="10058400" cy="1188720"/>
          </a:xfrm>
        </p:spPr>
        <p:txBody>
          <a:bodyPr>
            <a:normAutofit/>
          </a:bodyPr>
          <a:lstStyle/>
          <a:p>
            <a:r>
              <a:rPr lang="en-IN" sz="4800" b="1" dirty="0"/>
              <a:t>References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C0F8C-F8F1-697F-73CF-A216BF437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33" y="1755712"/>
            <a:ext cx="10058400" cy="4267200"/>
          </a:xfrm>
        </p:spPr>
        <p:txBody>
          <a:bodyPr/>
          <a:lstStyle/>
          <a:p>
            <a:r>
              <a:rPr lang="en-IN" b="1" dirty="0"/>
              <a:t>References</a:t>
            </a:r>
          </a:p>
          <a:p>
            <a:r>
              <a:rPr lang="en-IN" dirty="0"/>
              <a:t>Python Official Documentation </a:t>
            </a:r>
          </a:p>
          <a:p>
            <a:r>
              <a:rPr lang="en-IN" dirty="0" err="1"/>
              <a:t>CustomTkinter</a:t>
            </a:r>
            <a:r>
              <a:rPr lang="en-IN" dirty="0"/>
              <a:t> Documentation </a:t>
            </a:r>
          </a:p>
          <a:p>
            <a:r>
              <a:rPr lang="en-IN" dirty="0"/>
              <a:t>W3Schools Python Tutorials </a:t>
            </a:r>
          </a:p>
          <a:p>
            <a:r>
              <a:rPr lang="en-IN" dirty="0"/>
              <a:t>YouTube Tutorials (for GUI design concepts) </a:t>
            </a:r>
          </a:p>
          <a:p>
            <a:r>
              <a:rPr lang="en-IN" dirty="0"/>
              <a:t>ChatGPT (for guidance and code optimization)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48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073D-8248-297C-6060-524F0970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66" y="382873"/>
            <a:ext cx="10058400" cy="1188720"/>
          </a:xfrm>
        </p:spPr>
        <p:txBody>
          <a:bodyPr>
            <a:normAutofit/>
          </a:bodyPr>
          <a:lstStyle/>
          <a:p>
            <a:r>
              <a:rPr lang="en-IN" sz="4400" b="1" dirty="0"/>
              <a:t>Day-to-Day Life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11C34-DF83-094F-86AE-69CEAA5A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666" y="1905001"/>
            <a:ext cx="8291803" cy="4267200"/>
          </a:xfrm>
        </p:spPr>
        <p:txBody>
          <a:bodyPr/>
          <a:lstStyle/>
          <a:p>
            <a:r>
              <a:rPr lang="en-IN" b="1" dirty="0"/>
              <a:t>How does it help in daily life?</a:t>
            </a:r>
          </a:p>
          <a:p>
            <a:r>
              <a:rPr lang="en-IN" dirty="0"/>
              <a:t>Students can perform scientific calculations. </a:t>
            </a:r>
          </a:p>
          <a:p>
            <a:r>
              <a:rPr lang="en-IN" dirty="0"/>
              <a:t>Engineers can solve mathematical problems. </a:t>
            </a:r>
          </a:p>
          <a:p>
            <a:r>
              <a:rPr lang="en-IN" dirty="0"/>
              <a:t>Users can convert measurement units. </a:t>
            </a:r>
          </a:p>
          <a:p>
            <a:r>
              <a:rPr lang="en-IN" dirty="0"/>
              <a:t>Travelers can estimate currency values. </a:t>
            </a:r>
          </a:p>
          <a:p>
            <a:r>
              <a:rPr lang="en-IN" dirty="0"/>
              <a:t>Saves time by combining multiple tools into one application.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68990-C2D2-C487-3AEF-6D32377FB75A}"/>
              </a:ext>
            </a:extLst>
          </p:cNvPr>
          <p:cNvSpPr txBox="1"/>
          <p:nvPr/>
        </p:nvSpPr>
        <p:spPr>
          <a:xfrm>
            <a:off x="3048778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83DF44-847E-2A06-D075-A529E6116A81}"/>
              </a:ext>
            </a:extLst>
          </p:cNvPr>
          <p:cNvSpPr txBox="1"/>
          <p:nvPr/>
        </p:nvSpPr>
        <p:spPr>
          <a:xfrm>
            <a:off x="3048778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213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ACC03-6689-3FF8-3298-2F92702E7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420195"/>
            <a:ext cx="10058400" cy="1188720"/>
          </a:xfrm>
        </p:spPr>
        <p:txBody>
          <a:bodyPr>
            <a:normAutofit/>
          </a:bodyPr>
          <a:lstStyle/>
          <a:p>
            <a:r>
              <a:rPr lang="en-IN" sz="4800" b="1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79FB8-4FB7-7C44-1460-340FB0F78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57" y="1905001"/>
            <a:ext cx="10711543" cy="4267200"/>
          </a:xfrm>
        </p:spPr>
        <p:txBody>
          <a:bodyPr/>
          <a:lstStyle/>
          <a:p>
            <a:r>
              <a:rPr lang="en-IN" b="1"/>
              <a:t>Challenges</a:t>
            </a:r>
          </a:p>
          <a:p>
            <a:r>
              <a:rPr lang="en-IN"/>
              <a:t>Designing a modern UI. </a:t>
            </a:r>
          </a:p>
          <a:p>
            <a:r>
              <a:rPr lang="en-IN"/>
              <a:t>Managing multiple screens in one application. </a:t>
            </a:r>
          </a:p>
          <a:p>
            <a:r>
              <a:rPr lang="en-IN"/>
              <a:t>Arranging buttons properly. </a:t>
            </a:r>
          </a:p>
          <a:p>
            <a:r>
              <a:rPr lang="en-IN"/>
              <a:t>Handling calculator expressions. </a:t>
            </a:r>
          </a:p>
          <a:p>
            <a:r>
              <a:rPr lang="en-IN"/>
              <a:t>Making the application responsive and user-friendly. </a:t>
            </a:r>
          </a:p>
        </p:txBody>
      </p:sp>
    </p:spTree>
    <p:extLst>
      <p:ext uri="{BB962C8B-B14F-4D97-AF65-F5344CB8AC3E}">
        <p14:creationId xmlns:p14="http://schemas.microsoft.com/office/powerpoint/2010/main" val="118754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F4BC-FDF2-11C1-9C3B-E8ADCCE8B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963" y="317559"/>
            <a:ext cx="10058400" cy="1188720"/>
          </a:xfrm>
        </p:spPr>
        <p:txBody>
          <a:bodyPr>
            <a:normAutofit/>
          </a:bodyPr>
          <a:lstStyle/>
          <a:p>
            <a:r>
              <a:rPr lang="en-IN" sz="4400" b="1" dirty="0"/>
              <a:t>How I Overcame e Challenges</a:t>
            </a:r>
            <a:endParaRPr lang="en-IN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545E6-0A91-D6BD-DA52-1E479FE69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Chlllenge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E780F-6A71-EF44-E99E-B430CCEC10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Complex UI</a:t>
            </a:r>
          </a:p>
          <a:p>
            <a:r>
              <a:rPr lang="en-US" dirty="0"/>
              <a:t>Multiple pages</a:t>
            </a:r>
          </a:p>
          <a:p>
            <a:r>
              <a:rPr lang="en-US" dirty="0"/>
              <a:t>Button </a:t>
            </a:r>
            <a:r>
              <a:rPr lang="en-US" dirty="0" err="1"/>
              <a:t>aligment</a:t>
            </a:r>
            <a:endParaRPr lang="en-US" dirty="0"/>
          </a:p>
          <a:p>
            <a:r>
              <a:rPr lang="en-US" dirty="0"/>
              <a:t>Expression error</a:t>
            </a:r>
          </a:p>
          <a:p>
            <a:r>
              <a:rPr lang="en-US" dirty="0"/>
              <a:t>Code </a:t>
            </a:r>
            <a:r>
              <a:rPr lang="en-US" dirty="0" err="1"/>
              <a:t>managment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5CDE1-F1CF-0CE1-5B10-90822E483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7DF3E-2040-BC55-091E-911A297F6EC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Used Custom </a:t>
            </a:r>
            <a:r>
              <a:rPr lang="en-US" dirty="0" err="1"/>
              <a:t>Tkinter</a:t>
            </a:r>
            <a:r>
              <a:rPr lang="en-US" dirty="0"/>
              <a:t>.</a:t>
            </a:r>
          </a:p>
          <a:p>
            <a:r>
              <a:rPr lang="en-US" dirty="0"/>
              <a:t>Create separate function.</a:t>
            </a:r>
          </a:p>
          <a:p>
            <a:r>
              <a:rPr lang="en-US" dirty="0"/>
              <a:t>Used Grid layout.</a:t>
            </a:r>
          </a:p>
          <a:p>
            <a:r>
              <a:rPr lang="en-US" dirty="0"/>
              <a:t>Used try expect.</a:t>
            </a:r>
          </a:p>
          <a:p>
            <a:r>
              <a:rPr lang="en-US" dirty="0"/>
              <a:t>Used Object Oriented Programming.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77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A5A8-61FE-9B69-AEDC-9D68DCF2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979" y="457518"/>
            <a:ext cx="10058400" cy="1188720"/>
          </a:xfrm>
        </p:spPr>
        <p:txBody>
          <a:bodyPr>
            <a:normAutofit/>
          </a:bodyPr>
          <a:lstStyle/>
          <a:p>
            <a:r>
              <a:rPr lang="en-IN" sz="4800" b="1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10910-5DB6-DCA4-3CFD-22FF0905F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979" y="1905001"/>
            <a:ext cx="10674221" cy="4267200"/>
          </a:xfrm>
        </p:spPr>
        <p:txBody>
          <a:bodyPr>
            <a:normAutofit/>
          </a:bodyPr>
          <a:lstStyle/>
          <a:p>
            <a:r>
              <a:rPr lang="en-IN" b="1" dirty="0"/>
              <a:t>Future Scope</a:t>
            </a:r>
          </a:p>
          <a:p>
            <a:r>
              <a:rPr lang="en-IN" dirty="0"/>
              <a:t>Add real-time currency exchange API. </a:t>
            </a:r>
          </a:p>
          <a:p>
            <a:r>
              <a:rPr lang="en-IN" dirty="0"/>
              <a:t>Add history feature. </a:t>
            </a:r>
          </a:p>
          <a:p>
            <a:r>
              <a:rPr lang="en-IN" dirty="0"/>
              <a:t>Add light/dark mode switch. </a:t>
            </a:r>
          </a:p>
          <a:p>
            <a:r>
              <a:rPr lang="en-IN" dirty="0"/>
              <a:t>Add memory storage functionality. </a:t>
            </a:r>
          </a:p>
          <a:p>
            <a:r>
              <a:rPr lang="en-IN" dirty="0"/>
              <a:t>Add voice command support. </a:t>
            </a:r>
          </a:p>
          <a:p>
            <a:r>
              <a:rPr lang="en-IN" dirty="0"/>
              <a:t>Add calculator themes. </a:t>
            </a:r>
          </a:p>
          <a:p>
            <a:pPr marL="0" indent="0">
              <a:buNone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670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82178-2A28-CF78-1F6B-1ACA5442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098" y="1959429"/>
            <a:ext cx="8686800" cy="1731015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</a:t>
            </a:r>
            <a:endParaRPr lang="en-IN" sz="9600" b="1" dirty="0"/>
          </a:p>
        </p:txBody>
      </p:sp>
    </p:spTree>
    <p:extLst>
      <p:ext uri="{BB962C8B-B14F-4D97-AF65-F5344CB8AC3E}">
        <p14:creationId xmlns:p14="http://schemas.microsoft.com/office/powerpoint/2010/main" val="205637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herry Blossom 16x9">
  <a:themeElements>
    <a:clrScheme name="CherryBlossom">
      <a:dk1>
        <a:srgbClr val="595959"/>
      </a:dk1>
      <a:lt1>
        <a:sysClr val="window" lastClr="FFFFFF"/>
      </a:lt1>
      <a:dk2>
        <a:srgbClr val="000000"/>
      </a:dk2>
      <a:lt2>
        <a:srgbClr val="F6F7E4"/>
      </a:lt2>
      <a:accent1>
        <a:srgbClr val="C44475"/>
      </a:accent1>
      <a:accent2>
        <a:srgbClr val="FA906A"/>
      </a:accent2>
      <a:accent3>
        <a:srgbClr val="FCB268"/>
      </a:accent3>
      <a:accent4>
        <a:srgbClr val="DB6B70"/>
      </a:accent4>
      <a:accent5>
        <a:srgbClr val="D680A5"/>
      </a:accent5>
      <a:accent6>
        <a:srgbClr val="BA7362"/>
      </a:accent6>
      <a:hlink>
        <a:srgbClr val="DB6B70"/>
      </a:hlink>
      <a:folHlink>
        <a:srgbClr val="969696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17.potx" id="{A8D831F9-2DA4-4700-B230-431725864604}" vid="{ED9A2A59-32A4-4461-8593-D9E87F204B18}"/>
    </a:ext>
  </a:extLst>
</a:theme>
</file>

<file path=ppt/theme/theme2.xml><?xml version="1.0" encoding="utf-8"?>
<a:theme xmlns:a="http://schemas.openxmlformats.org/drawingml/2006/main" name="Office Theme">
  <a:themeElements>
    <a:clrScheme name="CherryBlossom">
      <a:dk1>
        <a:srgbClr val="595959"/>
      </a:dk1>
      <a:lt1>
        <a:sysClr val="window" lastClr="FFFFFF"/>
      </a:lt1>
      <a:dk2>
        <a:srgbClr val="000000"/>
      </a:dk2>
      <a:lt2>
        <a:srgbClr val="F6F7E4"/>
      </a:lt2>
      <a:accent1>
        <a:srgbClr val="C44475"/>
      </a:accent1>
      <a:accent2>
        <a:srgbClr val="FA906A"/>
      </a:accent2>
      <a:accent3>
        <a:srgbClr val="FCB268"/>
      </a:accent3>
      <a:accent4>
        <a:srgbClr val="DB6B70"/>
      </a:accent4>
      <a:accent5>
        <a:srgbClr val="D680A5"/>
      </a:accent5>
      <a:accent6>
        <a:srgbClr val="BA7362"/>
      </a:accent6>
      <a:hlink>
        <a:srgbClr val="DB6B70"/>
      </a:hlink>
      <a:folHlink>
        <a:srgbClr val="969696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rryBlossom">
      <a:dk1>
        <a:srgbClr val="595959"/>
      </a:dk1>
      <a:lt1>
        <a:sysClr val="window" lastClr="FFFFFF"/>
      </a:lt1>
      <a:dk2>
        <a:srgbClr val="000000"/>
      </a:dk2>
      <a:lt2>
        <a:srgbClr val="F6F7E4"/>
      </a:lt2>
      <a:accent1>
        <a:srgbClr val="C44475"/>
      </a:accent1>
      <a:accent2>
        <a:srgbClr val="FA906A"/>
      </a:accent2>
      <a:accent3>
        <a:srgbClr val="FCB268"/>
      </a:accent3>
      <a:accent4>
        <a:srgbClr val="DB6B70"/>
      </a:accent4>
      <a:accent5>
        <a:srgbClr val="D680A5"/>
      </a:accent5>
      <a:accent6>
        <a:srgbClr val="BA7362"/>
      </a:accent6>
      <a:hlink>
        <a:srgbClr val="DB6B70"/>
      </a:hlink>
      <a:folHlink>
        <a:srgbClr val="969696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Cherry blossom nature presentation (widescreen)</Template>
  <TotalTime>66</TotalTime>
  <Words>310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Cambria</vt:lpstr>
      <vt:lpstr>Cherry Blossom 16x9</vt:lpstr>
      <vt:lpstr>Smart Calculator</vt:lpstr>
      <vt:lpstr>Project Overview</vt:lpstr>
      <vt:lpstr>How is it Unique?</vt:lpstr>
      <vt:lpstr>Technologies Used</vt:lpstr>
      <vt:lpstr>References Used</vt:lpstr>
      <vt:lpstr>Day-to-Day Life use</vt:lpstr>
      <vt:lpstr>Challenges Faced</vt:lpstr>
      <vt:lpstr>How I Overcame e Challenges</vt:lpstr>
      <vt:lpstr>Future Improvements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rajput</dc:creator>
  <cp:lastModifiedBy>karan rajput</cp:lastModifiedBy>
  <cp:revision>1</cp:revision>
  <dcterms:created xsi:type="dcterms:W3CDTF">2026-06-19T07:44:25Z</dcterms:created>
  <dcterms:modified xsi:type="dcterms:W3CDTF">2026-06-19T10:28:19Z</dcterms:modified>
</cp:coreProperties>
</file>